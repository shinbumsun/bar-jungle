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4" r:id="rId7"/>
    <p:sldId id="262" r:id="rId8"/>
    <p:sldId id="261" r:id="rId9"/>
    <p:sldId id="263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1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6:17:45.1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813 411 24575,'-17'-2'0,"0"1"0,-1-2 0,1-1 0,-18-5 0,-34-8 0,51 14 0,0 0 0,0 1 0,0 1 0,-1 0 0,1 2 0,0 0 0,-1 1 0,1 1 0,0 0 0,-30 11 0,19-3 0,1 1 0,0 2 0,1 1 0,1 0 0,0 2 0,2 2 0,-26 22 0,-11 5 0,54-42 0,0 0 0,0 0 0,0 1 0,1 0 0,-1 1 0,1-1 0,0 1 0,1 0 0,-1 0 0,1 1 0,1 0 0,-1 0 0,1 0 0,0 0 0,-5 14 0,3 11 0,2 0 0,1 0 0,1 1 0,2-1 0,7 65 0,-2-76 0,1-1 0,0 1 0,1-1 0,1-1 0,1 1 0,17 26 0,3 9 0,-15-32 0,0 0 0,2-1 0,1-1 0,0 0 0,38 34 0,22 25 0,-63-63 0,0 0 0,1-1 0,1-1 0,1-1 0,0 0 0,1-1 0,0-1 0,1-1 0,26 13 0,2-5 0,1-2 0,0-2 0,0-2 0,2-3 0,-1-1 0,100 3 0,344-14 0,-469 1 0,1-2 0,-1-1 0,34-9 0,38-5 0,-64 12 0,0-1 0,-1-1 0,40-16 0,-36 11 0,70-15 0,-68 21 0,-1-2 0,0-2 0,66-29 0,44-17 0,-84 30 0,89-27 0,9-3 0,-149 51 0,0-1 0,0 0 0,0 0 0,-1-1 0,0-1 0,10-11 0,18-15 0,-18 20 0,-2-1 0,0-1 0,-1-1 0,-1 0 0,25-36 0,7-11 0,-35 49 0,0 0 0,-1-1 0,-1-1 0,17-36 0,-17 26 0,-1 0 0,-2-1 0,-1 0 0,-1-1 0,-1 0 0,0-55 0,-4 43 0,1 8 0,-1 1 0,-2-1 0,-1 1 0,-2-1 0,-2 1 0,-15-55 0,18 82 0,1 0 0,-2 0 0,1 0 0,-1 1 0,0-1 0,0 1 0,0 0 0,-1 0 0,0 0 0,0 1 0,-6-5 0,-8-4 0,-41-20 0,-9-6 0,46 25 0,-1 1 0,1 1 0,-2 1 0,0 1 0,-42-11 0,20 12 0,-1 2 0,1 3 0,-1 1 0,-85 8 0,25-2 0,-739-3 0,833 1 0,0 0 0,1 0 0,0 1 0,-1 1 0,1 1 0,0 0 0,0 0 0,0 1 0,1 1 0,0 0 0,-15 10 0,11-8 0,-2-1 0,1-1 0,0 0 0,-1-1 0,0-1 0,0-1 0,-25 2 0,22-3 0,1 0 0,0 2 0,-1 1 0,1 0 0,-33 14 0,29-7 0,0-1 0,2 1 0,0 1 0,-28 20 0,22-12-394,-43 23 0,63-39-183,-17 8-6249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6:17:46.6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1599 1 24575,'-1'18'0,"-1"1"0,0-1 0,-2 1 0,0-1 0,-1-1 0,-10 26 0,0-8 0,-1-1 0,-24 37 0,25-51 0,-1-1 0,-1 0 0,-1-1 0,0-1 0,-1-1 0,-29 19 0,-16 15 0,-14 21 0,48-42 0,-2-1 0,-1-1 0,-58 36 0,54-42 0,0 2 0,2 2 0,1 1 0,-57 56 0,78-72 0,0 0 0,0-1 0,0 0 0,-1-1 0,-1-1 0,1 0 0,-1-1 0,-17 5 0,13-5 0,0 2 0,1 0 0,0 1 0,-29 18 0,36-19 0,-1-1 0,-1 0 0,1-1 0,-1 0 0,0-1 0,-1 0 0,1-1 0,-1-1 0,0 0 0,-22 1 0,-17-1 0,-80-6 0,47-1 0,43 4-1365,4-1-5461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6:17:47.3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582 0 24575,'-2'6'0,"0"1"0,0-1 0,-1 0 0,0 0 0,0 0 0,0 0 0,0-1 0,-1 1 0,0-1 0,-10 10 0,-6 11 0,-21 43 0,23-38 0,-1 0 0,-2-1 0,-30 34 0,-70 79 0,-27 27 0,117-142 0,22-21 0,-1 1 0,2 0 0,-1 0 0,1 1 0,1 0 0,-10 15 0,16-23 0,1 0 0,0 0 0,0 0 0,0 0 0,0 0 0,0 0 0,0 0 0,1 0 0,-1-1 0,0 1 0,0 0 0,1 0 0,-1 0 0,1 0 0,-1 0 0,0-1 0,1 1 0,-1 0 0,1 0 0,0-1 0,-1 1 0,1 0 0,0-1 0,-1 1 0,1-1 0,0 1 0,0-1 0,-1 1 0,1-1 0,0 1 0,1-1 0,28 14 0,-29-14 0,131 38 0,-94-29 0,1 2 0,-1 2 0,47 22 0,-39-14 0,0-2 0,84 24 0,57-9 0,-157-26-682,51 5-1,-46-10-6143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6:18:44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6:18:49.3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1736 95 24575,'-1606'0'0,"1597"0"0,1 0 0,-1 1 0,1 0 0,0 0 0,-1 1 0,1 0 0,0 0 0,0 1 0,-15 7 0,21-8 0,0-1 0,-1 1 0,1 0 0,0 0 0,0 0 0,0 0 0,0 0 0,1 0 0,-1 0 0,0 1 0,1-1 0,0 1 0,0-1 0,-1 1 0,2-1 0,-1 1 0,0 0 0,0-1 0,1 1 0,-1 0 0,1 0 0,0-1 0,0 1 0,0 0 0,0 0 0,1 0 0,-1-1 0,1 1 0,-1 0 0,1 0 0,0-1 0,0 1 0,3 4 0,3 8 0,2-1 0,-1 0 0,2 0 0,0-1 0,20 22 0,17 20 0,-27-26 0,2-1 0,1-1 0,1-1 0,1-1 0,2-2 0,57 41 0,22 9 0,-62-41 0,2-1 0,55 27 0,-85-52 0,0 0 0,0-1 0,0 0 0,1-2 0,0 0 0,28 1 0,107-5 0,-75-2 0,503 2 0,-557-1 0,0-1 0,-1-1 0,1 0 0,-1-2 0,0-1 0,28-12 0,-25 9 0,-1 1 0,1 2 0,0 0 0,46-5 0,310 9 0,-181 7 0,691-5 0,-858-1 0,0-2 0,-1-2 0,0-1 0,0-1 0,53-22 0,-13 5 0,-65 24 0,0-1 0,0-1 0,0 1 0,0-1 0,0 0 0,-1-1 0,0 0 0,0 0 0,0 0 0,0 0 0,0-1 0,-1 0 0,0 0 0,0-1 0,0 0 0,-1 1 0,0-1 0,0-1 0,0 1 0,3-10 0,-3 6 0,2-3 0,0 0 0,-2 0 0,1-1 0,-2 1 0,3-16 0,-6 25 0,0-1 0,0 1 0,0 0 0,0 0 0,-1 0 0,0-1 0,0 1 0,0 0 0,0 0 0,-1 0 0,1 0 0,-1 1 0,0-1 0,0 0 0,0 1 0,-1-1 0,1 1 0,-1 0 0,0 0 0,0 0 0,-5-4 0,-7-4 0,-1 1 0,0 1 0,0 0 0,0 2 0,-28-10 0,22 9 0,-1-1 0,-32-20 0,27 14 0,-1 2 0,-1 1 0,0 1 0,0 2 0,-42-8 0,58 14 0,-164-41 0,124 32 0,1-3 0,-78-33 0,113 41 0,-1 1 0,0 0 0,-1 1 0,1 2 0,-1-1 0,-23 1 0,-126 4 0,81 2 0,-804-2 0,864 1 0,0 1 0,-1 1 0,-30 9 0,26-6 0,-58 7 0,49-12-1365,5-1-5461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6:22:42.5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1434 1 24575,'-80'-1'0,"-129"5"0,174-1 0,0 1 0,1 2 0,-66 20 0,11 3 0,-105 42 0,170-60 0,0 1 0,1 1 0,0 2 0,1 0 0,-36 33 0,39-31 0,0-2 0,-23 14 0,29-21 0,-1 1 0,1 1 0,0 0 0,1 1 0,1 0 0,-1 0 0,-14 21 0,-44 67 0,42-62 0,1 1 0,-28 53 0,36-52 0,6-16 0,0 2 0,2-1 0,1 2 0,0-1 0,2 1 0,2 1 0,0-1 0,-2 30 0,4-17 0,3-1 0,1 1 0,2-1 0,2 1 0,14 64 0,7-19 0,4 0 0,4-2 0,52 94 0,-27-51 0,-46-92 0,3-1 0,0-1 0,2 0 0,23 31 0,-20-34 0,-1 1 0,14 33 0,-20-37 0,2 0 0,0 0 0,32 38 0,105 90 0,-138-140 0,1-1 0,0 0 0,1-1 0,0-1 0,1-1 0,0 0 0,0-1 0,1-1 0,0 0 0,0-2 0,34 7 0,19 4 0,-39-7 0,0-2 0,56 5 0,-55-8 0,0 1 0,-1 2 0,0 1 0,0 2 0,43 19 0,-29-11 0,70 18 0,-48-26 0,1-2 0,1-4 0,119-7 0,-48-1 0,839 4 0,-966 0 0,-1-1 0,1-1 0,-1 0 0,1-1 0,-1 0 0,0-1 0,0-1 0,0 0 0,-1 0 0,0-1 0,15-10 0,-8 6 0,0 2 0,1 0 0,38-9 0,-9 3 0,-15 3 0,106-40 0,-123 43 0,1-1 0,-2-1 0,0 0 0,0-1 0,27-26 0,-18 11 0,-1-1 0,-1-1 0,27-44 0,-31 44 0,-1-1 0,-2-1 0,-1-1 0,-1 0 0,10-36 0,-13 19 0,-3 0 0,-1 0 0,-3 0 0,-2-1 0,-2 0 0,-8-64 0,2 79 0,-1 0 0,-2 0 0,-22-56 0,6 17 0,10 28 0,-25-93 0,32 109 0,-2 0 0,-2 0 0,0 1 0,-2 1 0,-1 0 0,-1 1 0,-27-34 0,-17-28 0,-10-37 0,51 87 0,-2 1 0,-1 1 0,-2 1 0,-1 1 0,-39-41 0,40 52 0,0 1 0,-2 1 0,0 1 0,-1 1 0,-50-25 0,57 33 0,1 0 0,1-2 0,-28-23 0,-7-5 0,28 27 0,1 1 0,-2 2 0,0 1 0,0 0 0,-1 2 0,0 1 0,-38-5 0,-8-3 0,29 6 0,-53-2 0,57 7 0,-76-16 0,76 10 0,-1 3 0,0 1 0,-45 0 0,-128 7 0,84 2 0,-806-3 0,908 2 0,-1 1 0,1 1 0,-31 9 0,26-5 0,-58 5 0,48-10-455,1 2 0,-66 17 0,78-15-6371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6:47:13.4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1800 1223 24575,'-1054'0'0,"1030"-1"0,0-2 0,0 0 0,-33-10 0,-38-5 0,78 15 0,-1-1 0,0 0 0,1-1 0,-1-1 0,-25-12 0,-80-51 0,77 41 0,30 20 0,1-2 0,0 0 0,0-1 0,1 0 0,1-1 0,0 0 0,0-2 0,1 1 0,1-1 0,1-1 0,0 0 0,0 0 0,2-1 0,0 0 0,1-1 0,0 0 0,1 0 0,1 0 0,1-1 0,1 1 0,0-1 0,0-20 0,7-224 0,-3 253 0,0 0 0,1 0 0,0 0 0,0 1 0,1-1 0,0 1 0,1-1 0,0 1 0,0 0 0,0 1 0,1-1 0,1 1 0,-1 0 0,1 0 0,0 0 0,1 1 0,-1 0 0,1 0 0,0 1 0,9-6 0,48-28 0,-11 6 0,88-40 0,-107 58 0,38-16 0,122-36 0,-172 62 0,0 2 0,0 0 0,0 1 0,1 1 0,-1 1 0,0 2 0,1 0 0,38 9 0,2 6 0,100 42 0,-105-36 0,-24-7 0,-1 2 0,-1 1 0,-1 2 0,55 47 0,-46-37 0,-15-8 0,-1 0 0,-1 2 0,39 53 0,21 23 0,-67-80 0,0 0 0,-1 2 0,-2 0 0,0 1 0,-1 0 0,-2 1 0,0 0 0,-2 0 0,-1 1 0,6 39 0,-7-32 0,-2 0 0,-1 1 0,-2-1 0,-1 1 0,-2-1 0,-10 58 0,10-84 0,0-1 0,-1 1 0,1-1 0,-2 0 0,1 0 0,-1 0 0,1 0 0,-2-1 0,1 1 0,-10 8 0,-3 0 0,0 0 0,-21 12 0,-24 18 0,58-39-50,0-1-1,0-1 1,-1 1-1,0-1 0,0 1 1,0-1-1,0-1 1,0 1-1,0-1 1,-1 0-1,1 0 0,-1 0 1,0-1-1,1 0 1,-1 0-1,0-1 1,0 1-1,0-1 0,0 0 1,1-1-1,-1 1 1,0-1-1,0-1 1,1 1-1,-1-1 1,-9-4-1,-12-11-6775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6:47:14.9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86 24575,'3'-1'0,"-1"-1"0,1 1 0,0 0 0,0-1 0,-1 1 0,1-1 0,-1 0 0,0 0 0,1 0 0,-1 0 0,0 0 0,0-1 0,0 1 0,3-6 0,22-20 0,-19 24 0,1 0 0,-1 1 0,1 0 0,0 0 0,0 1 0,0 0 0,0 0 0,0 1 0,0 1 0,0-1 0,0 1 0,1 1 0,-1 0 0,0 0 0,0 1 0,0 0 0,0 0 0,11 6 0,-2-1 0,-1 1 0,1 1 0,-2 1 0,1 0 0,-1 2 0,-1-1 0,26 27 0,-29-25 0,-1 1 0,-1 1 0,0 0 0,-1 1 0,10 22 0,25 41 0,-39-73 0,-1 1 0,0 0 0,0 0 0,-1 0 0,1 1 0,-2-1 0,3 9 0,-4-12 0,0 0 0,-1 0 0,0 0 0,0 0 0,0 0 0,0 0 0,-1 0 0,1 0 0,-1 0 0,0 0 0,-1 0 0,1-1 0,0 1 0,-1 0 0,0-1 0,-3 5 0,-3 5-151,1 1-1,0 1 0,0-1 0,1 1 1,1 0-1,1 0 0,0 0 1,-3 32-1,4-11-6674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6:47:15.7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6:50:35.7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3850 1274 24575,'-11'-1'0,"0"0"0,1-1 0,-1-1 0,1 1 0,-17-8 0,-28-6 0,-26 7 0,0 3 0,-136 8 0,71 1 0,4-5 0,-154 5 0,172 18 0,83-12 0,-57 4 0,-403-9 0,258-7 0,-547 3 0,767-2 0,0 0 0,1-1 0,-38-11 0,-34-5 0,30 8 0,-115-36 0,80 19 0,72 19 0,0-1 0,1-2 0,0 0 0,1-2 0,1 0 0,0-2 0,1-1 0,-30-28 0,46 38 0,1-1 0,-1 0 0,1-1 0,0 1 0,1-1 0,0-1 0,-6-14 0,-20-72 0,-1-90 0,26 165 0,2 0 0,0 0 0,1 0 0,2 0 0,0 0 0,1-1 0,3-23 0,-2 35 0,1 0 0,0 0 0,0 1 0,1-1 0,1 1 0,-1 0 0,2 0 0,-1 0 0,1 0 0,0 1 0,1 0 0,0 0 0,1 0 0,-1 1 0,1 0 0,1 0 0,10-7 0,135-98 0,-139 104 0,0 1 0,1 1 0,0 1 0,0 0 0,26-5 0,9-3 0,-8 3 0,0 2 0,0 3 0,0 1 0,84 3 0,-70 1 0,0-2 0,58-9 0,-17-3 0,129-1 0,101 16 0,-118 1 0,-122-1 0,-29 1 0,1-2 0,-1-3 0,74-14 0,-38 3 0,-1 4 0,1 4 0,130 8 0,-72 0 0,-114 1 0,1 0 0,50 13 0,-43-7 0,49 3 0,-24-5 0,79 19 0,-110-18 0,-17-2 0,0 2 0,-1 0 0,0 1 0,-1 1 0,1 1 0,26 19 0,43 22 0,-72-43 0,0 0 0,0 2 0,-1 0 0,-1 1 0,0 1 0,-1 1 0,0 0 0,-1 1 0,-1 0 0,0 1 0,-1 1 0,19 31 0,134 240 0,-152-263 0,-2 0 0,0 0 0,-2 1 0,-1 0 0,6 30 0,-11-38 0,-1-1 0,0 1 0,-2 0 0,0 0 0,-1 0 0,-1 0 0,-1 0 0,-8 35 0,9-47 0,-1 0 0,-1 0 0,1 0 0,-1 0 0,0 0 0,-1 0 0,1-1 0,-1 0 0,0 1 0,-1-1 0,1-1 0,-1 1 0,-9 6 0,5-4 0,-1-1 0,0-1 0,-1 0 0,1 0 0,-1-1 0,0 0 0,-14 2 0,-15 1 0,0-2 0,-1-2 0,-58-3 0,83-1 0,-27 1-1365,5-1-5461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6:40:38.6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6:40:42.6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6780 3214 24575,'-1'3'0,"0"0"0,1 0 0,-1 0 0,0 0 0,0 0 0,-1 0 0,1-1 0,-1 1 0,1 0 0,-1-1 0,0 1 0,0-1 0,0 0 0,0 1 0,0-1 0,-1 0 0,1 0 0,-5 2 0,-50 29 0,54-31 0,-20 10 0,-218 99 0,103-45 0,43-19 0,44-27 0,-2-2 0,-59 12 0,-1 1 0,37-12 0,51-14 0,0 1 0,1 1 0,-38 17 0,37-13 0,0-1 0,-1-2 0,0 0 0,0-2 0,-1-1 0,-48 4 0,-169-10 0,109-3 0,120 4 0,-13-1 0,-1 1 0,1 2 0,0 0 0,-49 13 0,37-5 0,0-2 0,-1-2 0,-61 3 0,-127-11 0,84-2 0,-613 4 0,731-1 0,-1-2 0,1-2 0,0 0 0,0-2 0,0 0 0,-26-13 0,-15-3 0,42 17 0,0 1 0,0 1 0,-1 1 0,-35 1 0,33 1 0,1 0 0,-1-2 0,-38-9 0,-112-33 0,2 0 0,91 17 0,-140-68 0,175 70 0,-1 2 0,-1 3 0,-1 1 0,-65-13 0,61 19 0,1-3 0,0-2 0,1-3 0,2-2 0,-84-50 0,106 58 0,-2 0 0,-68-20 0,65 24 0,1-1 0,-55-28 0,10-3 0,17 10 0,-112-81 0,-59-93 0,217 192 0,-1 0 0,-35-22 0,30 23 0,-36-32 0,41 28 0,-30-41 0,34 40 0,-1 1 0,-25-24 0,23 26 0,2-1 0,0-1 0,1 0 0,1-2 0,0 1 0,2-2 0,1 1 0,0-2 0,2 1 0,-10-33 0,-20-49 0,29 81 0,0-1 0,1-1 0,2 0 0,0 0 0,2-1 0,-3-27 0,4-47 0,11-114 0,0 159 0,3-1 0,2 2 0,3 0 0,2 0 0,3 1 0,30-59 0,-29 76 0,1 0 0,36-42 0,-13 16 0,111-128 0,-141 172 0,1 1 0,1 1 0,1 0 0,0 1 0,26-17 0,-43 32 0,9-8 0,-1-1 0,1 0 0,-2 0 0,11-14 0,-12 14 0,0 0 0,1 0 0,0 1 0,1 0 0,14-11 0,72-35 0,119-49 0,-148 73 0,-45 22 0,2 0 0,39-8 0,5-1 0,-32 8 0,0 2 0,60-4 0,26-6 0,77-36 0,-169 47 0,0 1 0,1 1 0,44 1 0,-43 2 0,0 0 0,-1-3 0,36-7 0,-21 1 0,-1 2 0,89-4 0,94 14 0,-88 0 0,2902-1 0,-3024-1 0,0 2 0,0 0 0,0 1 0,0 1 0,0 0 0,20 9 0,95 48 0,-39-16 0,-57-27 0,-1 2 0,43 31 0,-17-10 0,-48-33 0,41 26 0,-1 2 0,88 78 0,-132-103 0,0 1 0,0 1 0,-2-1 0,1 1 0,-2 1 0,0-1 0,0 1 0,4 20 0,20 42 0,-17-49 0,61 132 0,-64-133 0,-2 0 0,0 0 0,-2 1 0,5 38 0,12 71 0,-14-94 0,-2 1 0,2 50 0,-9 334 0,-1-185 0,0-220 0,0 1 0,-2-1 0,0 0 0,-2 0 0,0 0 0,-1-1 0,-2 0 0,0 0 0,-1 0 0,-1-1 0,-13 19 0,7-13 0,0 1 0,-23 57 0,0-1 0,20-46 0,-1-1 0,-2-1 0,-1-1 0,-49 54 0,55-69 0,-28 41 0,-12 15 0,15-26 0,-39 60 0,72-96 0,-14 17 25,-1-1 0,-1-2 0,-44 37 0,-93 62-964,137-107 413,1-2-6300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6:40:44.0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0 452 24575,'11'-9'0,"0"1"0,1 0 0,0 0 0,18-8 0,15-9 0,-38 20 0,24-16 0,49-23 0,-71 39 0,1 1 0,-1 1 0,1-1 0,-1 2 0,1-1 0,0 1 0,0 1 0,0 0 0,0 0 0,16 1 0,30 7 0,0 3 0,0 1 0,-1 3 0,-1 3 0,0 2 0,59 30 0,29 40 0,-119-73 0,0 0 0,-1 2 0,-1 0 0,31 34 0,-14-7 0,39 58 0,-63-80 0,-1 0 0,-1 1 0,-1 0 0,-1 1 0,-2 0 0,0 0 0,5 30 0,4 16 0,-9-41 0,-1 1 0,-2-1 0,3 44 0,-8-64 0,0 0 0,-1 0 0,0 0 0,0 0 0,-1-1 0,-1 1 0,0-1 0,0 1 0,0-1 0,-2 0 0,1 0 0,-1 0 0,0-1 0,-12 15 0,9-15 0,1 0 0,-2-1 0,1 0 0,-1 0 0,0-1 0,0 0 0,-1-1 0,-11 5 0,-88 29 0,66-25 0,21-7 0,0-1 0,-1-1 0,0-1 0,0-1 0,0-1 0,0-1 0,0-1 0,0-1 0,0-1 0,0-1 0,0-1 0,0-2 0,-28-9 0,43 11 0,0-1 0,-1 0 0,2-1 0,-1 1 0,1-1 0,0-1 0,0 0 0,0 0 0,1 0 0,0-1 0,1 1 0,0-1 0,0-1 0,0 1 0,-4-14 0,-1-2 0,1-1 0,2-1 0,0 1 0,-4-39 0,4-25 0,6-131 0,2 124 0,-1 84 0,1 1 0,0 0 0,0 0 0,1 0 0,1 0 0,0 0 0,0 0 0,1 1 0,0-1 0,1 1 0,0 0 0,1 1 0,0-1 0,0 1 0,1 0 0,0 1 0,15-15 0,15-11 0,1 1 0,2 1 0,1 3 0,1 1 0,2 2 0,0 2 0,82-31 0,-82 35 0,41-25 0,7-4 0,-8 8 0,96-41 0,-156 72 0,38-24 0,-48 26 0,0 0 0,0 0 0,0 2 0,1 0 0,0 0 0,0 1 0,24-4 0,-27 8 0,51-6 0,-59 7 0,-1 0 0,0 0 0,0 0 0,1 0 0,-1 0 0,0 1 0,0-1 0,0 1 0,0 0 0,1 0 0,-1 0 0,0 0 0,-1 1 0,5 2 0,-4 6-1365,-9 0-5461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6:40:44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24575,'44'0'0,"0"1"0,86 15 0,2 3 0,-89-15 0,-1 2 0,43 12 0,-51-11 0,0 0 0,41 1 0,-24-2 0,-47-6 0,0 1 0,1 0 0,-1 0 0,0 0 0,0 0 0,0 1 0,0-1 0,0 1 0,0 0 0,0 0 0,-1 1 0,1-1 0,-1 1 0,1 0 0,-1 0 0,0 0 0,0 0 0,-1 0 0,1 1 0,0-1 0,-1 1 0,0 0 0,0 0 0,0 0 0,-1 0 0,1 0 0,-1 0 0,0 0 0,0 0 0,1 6 0,-2-1 0,1 0 0,-1 0 0,0 0 0,-1-1 0,0 1 0,-1 0 0,0 0 0,0-1 0,0 1 0,-1-1 0,-1 0 0,1 0 0,-1 0 0,-6 8 0,-79 111-9,-79 128-1347,154-230-5470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6:40:45.6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1810 1 24575,'-82'-1'0,"-100"3"0,164 1 0,0 0 0,0 1 0,0 0 0,1 2 0,-25 10 0,-83 49 0,31-16 0,-34 26 0,7-3 0,90-54 0,1 2 0,1 1 0,1 1 0,1 1 0,-46 53 0,49-51 0,-19 27 0,34-39 0,-1-1 0,0 1 0,-21 17 0,-3 1 0,-33 39 0,-7 6 0,39-39 0,1 2 0,-42 64 0,-29 34 0,75-98-10,2 0 0,-34 63 0,22-34-1325,23-41-5491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6:40:46.5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1188 1 24575,'-9'0'0,"-1"1"0,1 1 0,1 0 0,-1 0 0,0 0 0,0 1 0,1 1 0,-1 0 0,-9 6 0,-74 51 0,61-38 0,-174 125 0,-102 70 0,301-215 0,-77 51 0,3 3 0,-81 75 0,145-115 10,1 1-1,1 1 0,-20 33 1,3-4-1413,16-25-5423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6:40:47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24575,'43'2'0,"0"2"0,0 2 0,0 2 0,-1 2 0,0 1 0,-1 3 0,0 1 0,69 37 0,-17-11 0,-61-28 0,0 1 0,0 2 0,-2 1 0,30 21 0,-34-20 0,2 0 0,35 16 0,-39-22 0,1 1 0,-2 2 0,43 33 0,10 14 0,97 62 0,-128-93 0,61 35 0,38 28 0,-114-70-89,-21-16-53,0 0 0,0-1 1,0 0-1,1-1 0,0 0 0,0 0 1,1-1-1,14 5 0,6-2-6684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6:53:40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2021 3116 24575,'-70'0'0,"-165"-4"0,187 0 0,0-2 0,-88-23 0,67 10 0,1-3 0,-76-36 0,101 38 0,1-1 0,2-3 0,0-1 0,-59-50 0,29 19 0,42 34 0,1 0 0,-28-30 0,-20-24 0,44 46 0,1 0 0,-30-42 0,46 54 0,-2 1 0,-24-22 0,-17-21 0,-100-156 0,147 204 0,1-1 0,1-1 0,0 1 0,1-1 0,0 0 0,-7-24 0,-19-94 0,25 91 0,-21-62 0,-13-26 0,-40-215 0,82 341 0,-10-70 0,3 0 0,3-1 0,7-92 0,0 37 0,-2 108 0,1-1 0,1 0 0,0 1 0,2 0 0,1 0 0,0 0 0,2 1 0,13-28 0,13-13 0,50-72 0,-71 115 0,60-72 0,-16 23 0,-48 56 0,1 0 0,0 2 0,0-1 0,1 1 0,0 0 0,1 1 0,0 1 0,1 0 0,-1 0 0,1 2 0,0-1 0,1 2 0,-1-1 0,1 2 0,23-4 0,19 1 0,-1 2 0,96 7 0,-65-1 0,1175-1 0,-1221 0 0,-1 2 0,1 2 0,-1 2 0,-1 1 0,1 2 0,42 18 0,59 34 0,108 40 0,-221-89 0,1 2 0,-2 1 0,0 1 0,42 37 0,-40-29 0,-3 2 0,0 2 0,-1 0 0,22 37 0,-27-32 0,-2 1 0,-1 0 0,-1 2 0,-3 0 0,13 56 0,-16-36 0,-2 1 0,-3-1 0,-6 109 0,0-63 0,0-71 0,0 0 0,-2 0 0,-17 60 0,-39 88 0,38-121 0,2 1 0,-18 90 0,27-91 0,-2-1 0,-25 67 0,-1-4 0,-29 77 0,60-182 0,-1 0 0,-1 0 0,-11 14 0,-9 14 0,4-3 0,-1-2 0,-2-1 0,-38 38 0,8-7 0,-68 104 0,113-153 0,-43 63 0,-5-3 0,-109 111 0,151-174 0,-1-1 0,-1-1 0,0-1 0,-35 16 0,25-13 0,-46 31 0,58-33 0,-1-1 0,0-1 0,0-1 0,-2 0 0,1-2 0,-1-1 0,-38 10 0,50-16 0,0-1 0,-1-1 0,1 0 0,0 0 0,-1-1 0,1-1 0,0 0 0,-1 0 0,1-1 0,0-1 0,0 0 0,0 0 0,1-1 0,-1 0 0,1-1 0,0 0 0,0-1 0,-15-11 0,-33-33-1365,36 25-5461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94F8FE-B5C6-8F62-3B25-79A54831C1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8090939-4A18-F8C2-C82A-FE940AB3FB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AD40F6-26F1-278B-0BBA-1A9EC8CA1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19C2C-A2B7-473E-931D-A706CE082763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B33045-92D5-BD22-81FB-21E95A514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63D8E3-600A-8634-EB27-9DA37AA5D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80152-A83F-418A-BBE2-C20E995AB5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0774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A204EF-9C63-F471-0FE6-7298032DF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CCAC97-D4E5-AA45-AC02-B72C2078B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606950-50BC-FB41-1F0E-0B46FFD70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19C2C-A2B7-473E-931D-A706CE082763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0F79DB-BFB0-C4A5-061E-07750B8F8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71AB0C-84A1-4D11-FFB3-3B4794BE8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80152-A83F-418A-BBE2-C20E995AB5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7065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1C3A85-F331-F528-4AA3-C629BE9F7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BBBA06-57D1-B3F0-AD76-CBC7FD654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9905CC-CB04-6DC3-9E9F-8AFF1ABC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19C2C-A2B7-473E-931D-A706CE082763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FE6AC2-C2F5-3C1C-B0DB-C0167F2DB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9A9809-9115-6A90-8BE5-0CC729D95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80152-A83F-418A-BBE2-C20E995AB5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748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8C178A-CA37-543B-BF7E-6331741C0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39AF10-0503-BF9A-6664-2ECA0FA522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27D7CF-9AAD-5686-E2DF-D2FA771694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AF2393-B051-EDC3-C4EA-53BBAFABF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19C2C-A2B7-473E-931D-A706CE082763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D752B1-2A8F-15D9-A3C9-8B467BB05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885BD7-8CEA-0AEE-FB7D-B476E74A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80152-A83F-418A-BBE2-C20E995AB5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0797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9FD9E8-1AEA-5F58-6279-23A176315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43B1E9-71D1-A395-8FDD-905C13EE1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858EAB-7FDC-472B-BA1A-7AD5CB8068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65CE0F-3AFB-D51D-E140-E3BD307E94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64956F5-F7A1-61F3-6DCA-233ECB262C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56BB7EA-DAFB-537B-7C0D-4B8810061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19C2C-A2B7-473E-931D-A706CE082763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7F120DC-CE27-53C7-0BA0-931D4A3CA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3737A05-5441-E1D6-BD96-A0B659281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80152-A83F-418A-BBE2-C20E995AB5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0832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3E1F9E-E8C2-F990-9962-94094ED28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D12B436-1C8D-2B34-E28A-EC70FD50E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19C2C-A2B7-473E-931D-A706CE082763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903EE4-0D97-63A2-1F6C-E07EDAE1A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DED86D-5B2C-662F-5676-D921B1A39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80152-A83F-418A-BBE2-C20E995AB5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66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739D550-4ED2-F516-264F-EA78479EA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19C2C-A2B7-473E-931D-A706CE082763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98F8A6C-D248-AE1D-E7BD-651BCA15D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C87D38-9519-256E-1513-DC36586FD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80152-A83F-418A-BBE2-C20E995AB5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99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ED51F3-836B-5836-42E2-7A07D6BAC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86E594-F5F0-2382-1F86-EF6CB9463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C4C182-EDDE-D871-F434-F5B2AD2D0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EBC1429-D448-F697-F8B0-080152266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19C2C-A2B7-473E-931D-A706CE082763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B8FBAD5-F554-6DC3-8C08-C169A234C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395B91-3C17-B565-FEC9-734094AC8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80152-A83F-418A-BBE2-C20E995AB5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562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359E52-47AA-BFD6-6D5B-B68A85F42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C58EAA9-0C5D-D3C3-87C9-C2E9D24765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91FB23-CB72-25D5-5126-2E475B4FFE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009EED-1AE4-54D1-238E-C2E271EB6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19C2C-A2B7-473E-931D-A706CE082763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D97556-D74A-89A4-4837-5FFE70D4F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7FD4C-C64B-3AE0-0A55-1CF9A41B0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80152-A83F-418A-BBE2-C20E995AB5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3261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3C6A3-B177-D4B3-5D95-41707DC70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67C5145-7500-3B7A-5398-5DB3E8964D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BF174E-A58F-27BA-E50F-25FDF3C36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19C2C-A2B7-473E-931D-A706CE082763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2CBCB7-1C91-1F2D-1183-7144C2924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96A21D-A2B5-8952-F2C6-B219C8B00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80152-A83F-418A-BBE2-C20E995AB5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7640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13E9F58-4A19-4606-9565-F17CB15ECA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0EE5C9-F784-3C74-A5C2-36181AEAE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D8F97D-9DDA-247F-EA30-DF265466F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19C2C-A2B7-473E-931D-A706CE082763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2349BF-97CF-A9A5-8FD3-862E76A4D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207BFE-A00A-FD9A-E6C3-A323BF5AE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80152-A83F-418A-BBE2-C20E995AB5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459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DDA28EF-C7DD-66D5-8C59-1327B0443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CBED88-2ADE-DFAA-A5C0-455F48BD6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78FBBA-9E05-8F0F-9115-6B9A24DC3E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19C2C-A2B7-473E-931D-A706CE082763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1C6CF5-AD33-B86A-67F0-AC7390A1F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7F16D1-33FE-CB4D-0AE6-8B43F2C2BC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880152-A83F-418A-BBE2-C20E995AB5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186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11" Type="http://schemas.openxmlformats.org/officeDocument/2006/relationships/image" Target="../media/image13.png"/><Relationship Id="rId5" Type="http://schemas.openxmlformats.org/officeDocument/2006/relationships/image" Target="../media/image11.png"/><Relationship Id="rId10" Type="http://schemas.openxmlformats.org/officeDocument/2006/relationships/customXml" Target="../ink/ink10.xml"/><Relationship Id="rId4" Type="http://schemas.openxmlformats.org/officeDocument/2006/relationships/customXml" Target="../ink/ink7.xml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customXml" Target="../ink/ink16.xml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12" Type="http://schemas.openxmlformats.org/officeDocument/2006/relationships/image" Target="../media/image22.png"/><Relationship Id="rId2" Type="http://schemas.openxmlformats.org/officeDocument/2006/relationships/image" Target="../media/image18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customXml" Target="../ink/ink15.xml"/><Relationship Id="rId5" Type="http://schemas.openxmlformats.org/officeDocument/2006/relationships/customXml" Target="../ink/ink12.xml"/><Relationship Id="rId15" Type="http://schemas.openxmlformats.org/officeDocument/2006/relationships/customXml" Target="../ink/ink17.xml"/><Relationship Id="rId10" Type="http://schemas.openxmlformats.org/officeDocument/2006/relationships/image" Target="../media/image21.png"/><Relationship Id="rId4" Type="http://schemas.openxmlformats.org/officeDocument/2006/relationships/image" Target="../media/image5.png"/><Relationship Id="rId9" Type="http://schemas.openxmlformats.org/officeDocument/2006/relationships/customXml" Target="../ink/ink14.xml"/><Relationship Id="rId1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1A3DF6B-E1F9-ECBB-325F-91DFC60EE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05" y="364958"/>
            <a:ext cx="5773300" cy="6128084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735F3618-DD41-36B8-036D-4A6729C49B2A}"/>
              </a:ext>
            </a:extLst>
          </p:cNvPr>
          <p:cNvGrpSpPr/>
          <p:nvPr/>
        </p:nvGrpSpPr>
        <p:grpSpPr>
          <a:xfrm>
            <a:off x="3544162" y="3108663"/>
            <a:ext cx="1382400" cy="1046160"/>
            <a:chOff x="3544162" y="3108663"/>
            <a:chExt cx="1382400" cy="104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97E2E8CC-E5BB-9FE2-7E4D-BB22E707D5AD}"/>
                    </a:ext>
                  </a:extLst>
                </p14:cNvPr>
                <p14:cNvContentPartPr/>
                <p14:nvPr/>
              </p14:nvContentPartPr>
              <p14:xfrm>
                <a:off x="3797962" y="3108663"/>
                <a:ext cx="1128600" cy="59760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97E2E8CC-E5BB-9FE2-7E4D-BB22E707D5A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789322" y="3099663"/>
                  <a:ext cx="1146240" cy="61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D5DE9611-44A8-A790-6A14-C30626E1AE48}"/>
                    </a:ext>
                  </a:extLst>
                </p14:cNvPr>
                <p14:cNvContentPartPr/>
                <p14:nvPr/>
              </p14:nvContentPartPr>
              <p14:xfrm>
                <a:off x="3707242" y="3609063"/>
                <a:ext cx="576000" cy="38808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D5DE9611-44A8-A790-6A14-C30626E1AE4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698242" y="3600423"/>
                  <a:ext cx="59364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5D0E5893-587C-ACEA-4C07-6A951F9BC557}"/>
                    </a:ext>
                  </a:extLst>
                </p14:cNvPr>
                <p14:cNvContentPartPr/>
                <p14:nvPr/>
              </p14:nvContentPartPr>
              <p14:xfrm>
                <a:off x="3544162" y="3785823"/>
                <a:ext cx="336240" cy="36900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5D0E5893-587C-ACEA-4C07-6A951F9BC55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535162" y="3776823"/>
                  <a:ext cx="353880" cy="386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02F4453-6BAC-F5AD-640A-C7201B0FB057}"/>
              </a:ext>
            </a:extLst>
          </p:cNvPr>
          <p:cNvSpPr txBox="1"/>
          <p:nvPr/>
        </p:nvSpPr>
        <p:spPr>
          <a:xfrm>
            <a:off x="6641432" y="593558"/>
            <a:ext cx="46682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IKSEON-DONG -&gt; JONG-NO</a:t>
            </a:r>
          </a:p>
          <a:p>
            <a:r>
              <a:rPr lang="en-US" altLang="ko-KR" dirty="0"/>
              <a:t> (</a:t>
            </a:r>
            <a:r>
              <a:rPr lang="ko-KR" altLang="en-US" dirty="0" err="1"/>
              <a:t>이쪽사람들</a:t>
            </a:r>
            <a:r>
              <a:rPr lang="ko-KR" altLang="en-US" dirty="0"/>
              <a:t> </a:t>
            </a:r>
            <a:r>
              <a:rPr lang="en-US" altLang="ko-KR" dirty="0"/>
              <a:t> </a:t>
            </a:r>
            <a:r>
              <a:rPr lang="ko-KR" altLang="en-US" dirty="0"/>
              <a:t>이태원</a:t>
            </a:r>
            <a:r>
              <a:rPr lang="en-US" altLang="ko-KR" dirty="0"/>
              <a:t>/</a:t>
            </a:r>
            <a:r>
              <a:rPr lang="ko-KR" altLang="en-US" dirty="0"/>
              <a:t>종로로 </a:t>
            </a:r>
            <a:r>
              <a:rPr lang="ko-KR" altLang="en-US" dirty="0" err="1"/>
              <a:t>인식하고있음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@jungle</a:t>
            </a:r>
            <a:r>
              <a:rPr lang="ko-KR" altLang="en-US" dirty="0"/>
              <a:t> </a:t>
            </a:r>
            <a:r>
              <a:rPr lang="en-US" altLang="ko-KR" dirty="0" err="1"/>
              <a:t>seoul</a:t>
            </a:r>
            <a:r>
              <a:rPr lang="ko-KR" altLang="en-US" dirty="0"/>
              <a:t>  한 칸 아래로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26DE3AC2-B5BD-1D4A-82BB-4CB279BAD580}"/>
                  </a:ext>
                </a:extLst>
              </p14:cNvPr>
              <p14:cNvContentPartPr/>
              <p14:nvPr/>
            </p14:nvContentPartPr>
            <p14:xfrm>
              <a:off x="6224002" y="-642177"/>
              <a:ext cx="360" cy="360"/>
            </p14:xfrm>
          </p:contentPart>
        </mc:Choice>
        <mc:Fallback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26DE3AC2-B5BD-1D4A-82BB-4CB279BAD58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215362" y="-65117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89EE7EAE-B36A-5556-4686-EDFD1BA391CC}"/>
                  </a:ext>
                </a:extLst>
              </p14:cNvPr>
              <p14:cNvContentPartPr/>
              <p14:nvPr/>
            </p14:nvContentPartPr>
            <p14:xfrm>
              <a:off x="2919922" y="1168623"/>
              <a:ext cx="1406160" cy="29304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89EE7EAE-B36A-5556-4686-EDFD1BA391C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911282" y="1159983"/>
                <a:ext cx="1423800" cy="31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3930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406064A-BBB2-95BF-FADD-B8CC9741F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047" y="0"/>
            <a:ext cx="6497527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D3C67605-E329-CB31-92AC-A9831F272C55}"/>
                  </a:ext>
                </a:extLst>
              </p14:cNvPr>
              <p14:cNvContentPartPr/>
              <p14:nvPr/>
            </p14:nvContentPartPr>
            <p14:xfrm>
              <a:off x="2916682" y="994023"/>
              <a:ext cx="1416960" cy="98172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D3C67605-E329-CB31-92AC-A9831F272C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08042" y="985023"/>
                <a:ext cx="1434600" cy="99936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6153061-1522-1463-BD57-7C1A90EBF80C}"/>
              </a:ext>
            </a:extLst>
          </p:cNvPr>
          <p:cNvSpPr txBox="1"/>
          <p:nvPr/>
        </p:nvSpPr>
        <p:spPr>
          <a:xfrm>
            <a:off x="7652085" y="1975743"/>
            <a:ext cx="292740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</a:t>
            </a:r>
            <a:r>
              <a:rPr lang="ko-KR" altLang="en-US" dirty="0" err="1"/>
              <a:t>한줄로</a:t>
            </a:r>
            <a:r>
              <a:rPr lang="ko-KR" altLang="en-US" dirty="0"/>
              <a:t> 변경</a:t>
            </a:r>
            <a:endParaRPr lang="en-US" altLang="ko-KR" dirty="0"/>
          </a:p>
          <a:p>
            <a:r>
              <a:rPr lang="ko-KR" altLang="en-US" dirty="0" err="1"/>
              <a:t>잔하나에</a:t>
            </a:r>
            <a:endParaRPr lang="en-US" altLang="ko-KR" dirty="0"/>
          </a:p>
          <a:p>
            <a:r>
              <a:rPr lang="ko-KR" altLang="en-US" dirty="0"/>
              <a:t>계절을 담아</a:t>
            </a:r>
            <a:endParaRPr lang="en-US" altLang="ko-KR" dirty="0"/>
          </a:p>
          <a:p>
            <a:r>
              <a:rPr lang="en-US" altLang="ko-KR" dirty="0"/>
              <a:t> </a:t>
            </a:r>
          </a:p>
          <a:p>
            <a:r>
              <a:rPr lang="en-US" altLang="ko-KR" dirty="0"/>
              <a:t>-&gt; </a:t>
            </a:r>
            <a:r>
              <a:rPr lang="ko-KR" altLang="en-US" dirty="0"/>
              <a:t>잔 하나에 계절을 담아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5268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8A2F1F9-A8CD-A531-236F-55FD7D3FC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26" y="372317"/>
            <a:ext cx="6122037" cy="611336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276ED6F-FC57-6E73-CDF6-41BCF58E1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032" y="2685521"/>
            <a:ext cx="5188622" cy="14396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3DC68C-943A-7DDD-84A1-EDF8462A01C9}"/>
              </a:ext>
            </a:extLst>
          </p:cNvPr>
          <p:cNvSpPr txBox="1"/>
          <p:nvPr/>
        </p:nvSpPr>
        <p:spPr>
          <a:xfrm>
            <a:off x="7106928" y="4565036"/>
            <a:ext cx="432041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그리고 여기 하이볼변경 </a:t>
            </a:r>
            <a:r>
              <a:rPr lang="en-US" altLang="ko-KR" dirty="0"/>
              <a:t>+2000</a:t>
            </a:r>
            <a:r>
              <a:rPr lang="ko-KR" altLang="en-US" dirty="0"/>
              <a:t>은</a:t>
            </a:r>
            <a:endParaRPr lang="en-US" altLang="ko-KR" dirty="0"/>
          </a:p>
          <a:p>
            <a:r>
              <a:rPr lang="en-US" altLang="ko-KR" dirty="0"/>
              <a:t>Whisky SHOT</a:t>
            </a:r>
            <a:r>
              <a:rPr lang="ko-KR" altLang="en-US" dirty="0"/>
              <a:t> 최상단에 메인 공지처럼 </a:t>
            </a:r>
            <a:endParaRPr lang="en-US" altLang="ko-KR" dirty="0"/>
          </a:p>
          <a:p>
            <a:r>
              <a:rPr lang="ko-KR" altLang="en-US" dirty="0"/>
              <a:t>있었으면 </a:t>
            </a:r>
            <a:r>
              <a:rPr lang="ko-KR" altLang="en-US" dirty="0" err="1"/>
              <a:t>좋겠습니당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아그와밤</a:t>
            </a:r>
            <a:r>
              <a:rPr lang="en-US" altLang="ko-KR" dirty="0"/>
              <a:t>,</a:t>
            </a:r>
          </a:p>
          <a:p>
            <a:r>
              <a:rPr lang="ko-KR" altLang="en-US" dirty="0" err="1"/>
              <a:t>맨아래</a:t>
            </a:r>
            <a:r>
              <a:rPr lang="ko-KR" altLang="en-US" dirty="0"/>
              <a:t> </a:t>
            </a:r>
            <a:r>
              <a:rPr lang="en-US" altLang="ko-KR" dirty="0"/>
              <a:t>BOMB</a:t>
            </a:r>
            <a:r>
              <a:rPr lang="ko-KR" altLang="en-US" dirty="0"/>
              <a:t>칵테일로 </a:t>
            </a:r>
            <a:r>
              <a:rPr lang="ko-KR" altLang="en-US" dirty="0" err="1"/>
              <a:t>옮겨주세용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F95A18D-BC98-2D96-2432-4C70202C0CD1}"/>
              </a:ext>
            </a:extLst>
          </p:cNvPr>
          <p:cNvGrpSpPr/>
          <p:nvPr/>
        </p:nvGrpSpPr>
        <p:grpSpPr>
          <a:xfrm>
            <a:off x="1495974" y="4919288"/>
            <a:ext cx="650520" cy="879120"/>
            <a:chOff x="1495974" y="4919288"/>
            <a:chExt cx="650520" cy="87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39B196A6-82A0-84EA-87EA-022F77D3C40D}"/>
                    </a:ext>
                  </a:extLst>
                </p14:cNvPr>
                <p14:cNvContentPartPr/>
                <p14:nvPr/>
              </p14:nvContentPartPr>
              <p14:xfrm>
                <a:off x="1495974" y="5313488"/>
                <a:ext cx="650520" cy="48492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39B196A6-82A0-84EA-87EA-022F77D3C4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87334" y="5304488"/>
                  <a:ext cx="668160" cy="50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4E49B169-315D-62E5-AAE5-4DF1FCF1A4F9}"/>
                    </a:ext>
                  </a:extLst>
                </p14:cNvPr>
                <p14:cNvContentPartPr/>
                <p14:nvPr/>
              </p14:nvContentPartPr>
              <p14:xfrm>
                <a:off x="1717734" y="4919288"/>
                <a:ext cx="199440" cy="23256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4E49B169-315D-62E5-AAE5-4DF1FCF1A4F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09094" y="4910288"/>
                  <a:ext cx="2170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A4446749-2502-882D-1445-6AE988A3EE34}"/>
                    </a:ext>
                  </a:extLst>
                </p14:cNvPr>
                <p14:cNvContentPartPr/>
                <p14:nvPr/>
              </p14:nvContentPartPr>
              <p14:xfrm>
                <a:off x="1954254" y="5281088"/>
                <a:ext cx="360" cy="36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A4446749-2502-882D-1445-6AE988A3EE3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45614" y="527244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F5F9894-BD6A-EDB2-7901-D9F00525A383}"/>
              </a:ext>
            </a:extLst>
          </p:cNvPr>
          <p:cNvSpPr txBox="1"/>
          <p:nvPr/>
        </p:nvSpPr>
        <p:spPr>
          <a:xfrm>
            <a:off x="6949032" y="768339"/>
            <a:ext cx="463620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SHOT </a:t>
            </a:r>
            <a:r>
              <a:rPr lang="ko-KR" altLang="en-US" dirty="0"/>
              <a:t>메뉴가 </a:t>
            </a:r>
            <a:r>
              <a:rPr lang="ko-KR" altLang="en-US" dirty="0" err="1"/>
              <a:t>너무길어서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SHOTS / WHISKY SHOT </a:t>
            </a:r>
            <a:r>
              <a:rPr lang="ko-KR" altLang="en-US" dirty="0"/>
              <a:t>두개로 나눠서 </a:t>
            </a:r>
            <a:endParaRPr lang="en-US" altLang="ko-KR" dirty="0"/>
          </a:p>
          <a:p>
            <a:r>
              <a:rPr lang="ko-KR" altLang="en-US" dirty="0" err="1"/>
              <a:t>생성이가능할지</a:t>
            </a:r>
            <a:r>
              <a:rPr lang="en-US" altLang="ko-KR" dirty="0"/>
              <a:t>, </a:t>
            </a:r>
            <a:r>
              <a:rPr lang="ko-KR" altLang="en-US" dirty="0"/>
              <a:t>그래도 길면 </a:t>
            </a:r>
            <a:r>
              <a:rPr lang="ko-KR" altLang="en-US" dirty="0" err="1"/>
              <a:t>내부슬라이드</a:t>
            </a:r>
            <a:endParaRPr lang="en-US" altLang="ko-KR" dirty="0"/>
          </a:p>
          <a:p>
            <a:r>
              <a:rPr lang="ko-KR" altLang="en-US" dirty="0"/>
              <a:t>등 가능할 방법이 있을지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EFABFA6F-718F-20ED-BDF5-3909E5D18115}"/>
                  </a:ext>
                </a:extLst>
              </p14:cNvPr>
              <p14:cNvContentPartPr/>
              <p14:nvPr/>
            </p14:nvContentPartPr>
            <p14:xfrm>
              <a:off x="8751054" y="2662808"/>
              <a:ext cx="1499040" cy="46008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EFABFA6F-718F-20ED-BDF5-3909E5D1811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42414" y="2653808"/>
                <a:ext cx="1516680" cy="47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6731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CF5DB8C-0AAF-E244-67A3-82D4A8047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34" y="0"/>
            <a:ext cx="6371247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22B8F2-4095-145F-2B99-48D5F37830AA}"/>
              </a:ext>
            </a:extLst>
          </p:cNvPr>
          <p:cNvSpPr txBox="1"/>
          <p:nvPr/>
        </p:nvSpPr>
        <p:spPr>
          <a:xfrm>
            <a:off x="6914148" y="531954"/>
            <a:ext cx="4666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와인쪽</a:t>
            </a:r>
            <a:r>
              <a:rPr lang="ko-KR" altLang="en-US" dirty="0"/>
              <a:t> </a:t>
            </a:r>
            <a:r>
              <a:rPr lang="ko-KR" altLang="en-US" dirty="0" err="1"/>
              <a:t>칸조정</a:t>
            </a:r>
            <a:r>
              <a:rPr lang="ko-KR" altLang="en-US" dirty="0"/>
              <a:t> </a:t>
            </a:r>
            <a:r>
              <a:rPr lang="ko-KR" altLang="en-US" dirty="0" err="1"/>
              <a:t>글씨밀림</a:t>
            </a:r>
            <a:r>
              <a:rPr lang="ko-KR" altLang="en-US" dirty="0"/>
              <a:t> 확인 </a:t>
            </a:r>
            <a:r>
              <a:rPr lang="ko-KR" altLang="en-US" dirty="0" err="1"/>
              <a:t>부탁드립니당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57272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8BD38FC-BD2A-31DB-B831-6D35430B66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502" y="604002"/>
            <a:ext cx="5318076" cy="56499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199271-2ABD-55A9-E06F-D18BE66EEFF7}"/>
              </a:ext>
            </a:extLst>
          </p:cNvPr>
          <p:cNvSpPr txBox="1"/>
          <p:nvPr/>
        </p:nvSpPr>
        <p:spPr>
          <a:xfrm>
            <a:off x="5951621" y="604002"/>
            <a:ext cx="63786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CLASSIC </a:t>
            </a:r>
            <a:r>
              <a:rPr lang="ko-KR" altLang="en-US" dirty="0"/>
              <a:t>파트에 여러 다른 종류가 </a:t>
            </a:r>
            <a:r>
              <a:rPr lang="ko-KR" altLang="en-US" dirty="0" err="1"/>
              <a:t>몰려들어가있는데</a:t>
            </a:r>
            <a:endParaRPr lang="en-US" altLang="ko-KR" dirty="0"/>
          </a:p>
          <a:p>
            <a:r>
              <a:rPr lang="ko-KR" altLang="en-US" dirty="0"/>
              <a:t>너무 탭이 </a:t>
            </a:r>
            <a:r>
              <a:rPr lang="ko-KR" altLang="en-US" dirty="0" err="1"/>
              <a:t>많을까봐</a:t>
            </a:r>
            <a:r>
              <a:rPr lang="ko-KR" altLang="en-US" dirty="0"/>
              <a:t> </a:t>
            </a:r>
            <a:r>
              <a:rPr lang="ko-KR" altLang="en-US" dirty="0" err="1"/>
              <a:t>모으신건지</a:t>
            </a:r>
            <a:r>
              <a:rPr lang="ko-KR" altLang="en-US" dirty="0"/>
              <a:t> 그래도 한번 나눠서 메뉴로 </a:t>
            </a:r>
            <a:endParaRPr lang="en-US" altLang="ko-KR" dirty="0"/>
          </a:p>
          <a:p>
            <a:r>
              <a:rPr lang="ko-KR" altLang="en-US" dirty="0"/>
              <a:t>만들어보면 </a:t>
            </a:r>
            <a:r>
              <a:rPr lang="ko-KR" altLang="en-US" dirty="0" err="1"/>
              <a:t>어떨까싶습니당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00631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E588F65-F86F-F69E-1339-CD7F0E824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2718" y="858216"/>
            <a:ext cx="4284096" cy="203478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A1892FF-0843-2743-CAF2-3743BAAC8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676" y="693683"/>
            <a:ext cx="6328693" cy="52341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751A02-E387-5B48-0FF6-3A346BCB191B}"/>
              </a:ext>
            </a:extLst>
          </p:cNvPr>
          <p:cNvSpPr txBox="1"/>
          <p:nvPr/>
        </p:nvSpPr>
        <p:spPr>
          <a:xfrm>
            <a:off x="6982718" y="3105834"/>
            <a:ext cx="481574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스낵류</a:t>
            </a:r>
            <a:r>
              <a:rPr lang="ko-KR" altLang="en-US" dirty="0"/>
              <a:t> 메뉴 </a:t>
            </a:r>
            <a:r>
              <a:rPr lang="ko-KR" altLang="en-US" dirty="0" err="1"/>
              <a:t>양송이컵스프</a:t>
            </a:r>
            <a:r>
              <a:rPr lang="ko-KR" altLang="en-US" dirty="0"/>
              <a:t> </a:t>
            </a:r>
            <a:r>
              <a:rPr lang="ko-KR" altLang="en-US" dirty="0" err="1"/>
              <a:t>하나추가해야하고</a:t>
            </a:r>
            <a:endParaRPr lang="en-US" altLang="ko-KR" dirty="0"/>
          </a:p>
          <a:p>
            <a:r>
              <a:rPr lang="ko-KR" altLang="en-US" dirty="0"/>
              <a:t>와인도 하나 </a:t>
            </a:r>
            <a:r>
              <a:rPr lang="ko-KR" altLang="en-US" dirty="0" err="1"/>
              <a:t>삭제해야되는데</a:t>
            </a:r>
            <a:endParaRPr lang="en-US" altLang="ko-KR" dirty="0"/>
          </a:p>
          <a:p>
            <a:r>
              <a:rPr lang="ko-KR" altLang="en-US" dirty="0"/>
              <a:t>이런 메뉴 수정들은 관리자페이지 배우면서</a:t>
            </a:r>
            <a:endParaRPr lang="en-US" altLang="ko-KR" dirty="0"/>
          </a:p>
          <a:p>
            <a:r>
              <a:rPr lang="ko-KR" altLang="en-US" dirty="0"/>
              <a:t>해보면 </a:t>
            </a:r>
            <a:r>
              <a:rPr lang="ko-KR" altLang="en-US" dirty="0" err="1"/>
              <a:t>좋을거같습니당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92817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C27C733-00CC-7DEF-932A-E205C4D9B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752" y="0"/>
            <a:ext cx="6271695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21FFBD50-911F-D9E1-5061-C2103044E359}"/>
                  </a:ext>
                </a:extLst>
              </p14:cNvPr>
              <p14:cNvContentPartPr/>
              <p14:nvPr/>
            </p14:nvContentPartPr>
            <p14:xfrm>
              <a:off x="8389402" y="1347183"/>
              <a:ext cx="360" cy="36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21FFBD50-911F-D9E1-5061-C2103044E35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80402" y="1338183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그룹 12">
            <a:extLst>
              <a:ext uri="{FF2B5EF4-FFF2-40B4-BE49-F238E27FC236}">
                <a16:creationId xmlns:a16="http://schemas.microsoft.com/office/drawing/2014/main" id="{3B859EFA-88AD-0F28-BE76-E04D4782BFCB}"/>
              </a:ext>
            </a:extLst>
          </p:cNvPr>
          <p:cNvGrpSpPr/>
          <p:nvPr/>
        </p:nvGrpSpPr>
        <p:grpSpPr>
          <a:xfrm>
            <a:off x="318562" y="1411263"/>
            <a:ext cx="3914640" cy="1959480"/>
            <a:chOff x="318562" y="1411263"/>
            <a:chExt cx="3914640" cy="195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E3C9E34A-E2DB-0CDB-1DA5-5FECC9DACF5C}"/>
                    </a:ext>
                  </a:extLst>
                </p14:cNvPr>
                <p14:cNvContentPartPr/>
                <p14:nvPr/>
              </p14:nvContentPartPr>
              <p14:xfrm>
                <a:off x="318562" y="2003103"/>
                <a:ext cx="2441520" cy="136764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E3C9E34A-E2DB-0CDB-1DA5-5FECC9DACF5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09562" y="1994463"/>
                  <a:ext cx="2459160" cy="13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53046C1A-F391-BC42-1450-1B4F1F2F53E0}"/>
                    </a:ext>
                  </a:extLst>
                </p14:cNvPr>
                <p14:cNvContentPartPr/>
                <p14:nvPr/>
              </p14:nvContentPartPr>
              <p14:xfrm>
                <a:off x="2951242" y="1713663"/>
                <a:ext cx="674280" cy="54936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53046C1A-F391-BC42-1450-1B4F1F2F53E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942242" y="1705023"/>
                  <a:ext cx="69192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20A2C947-6692-A6B8-7DFB-153B64A477A1}"/>
                    </a:ext>
                  </a:extLst>
                </p14:cNvPr>
                <p14:cNvContentPartPr/>
                <p14:nvPr/>
              </p14:nvContentPartPr>
              <p14:xfrm>
                <a:off x="3448402" y="1619703"/>
                <a:ext cx="290880" cy="26172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20A2C947-6692-A6B8-7DFB-153B64A477A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439762" y="1611063"/>
                  <a:ext cx="3085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4C7CE1CF-C9E9-EC41-FEE7-29645D0498C3}"/>
                    </a:ext>
                  </a:extLst>
                </p14:cNvPr>
                <p14:cNvContentPartPr/>
                <p14:nvPr/>
              </p14:nvContentPartPr>
              <p14:xfrm>
                <a:off x="2396122" y="1843983"/>
                <a:ext cx="651960" cy="50148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4C7CE1CF-C9E9-EC41-FEE7-29645D0498C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387122" y="1834983"/>
                  <a:ext cx="669600" cy="5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0D8D552F-FAAF-7793-EABD-91EB25077832}"/>
                    </a:ext>
                  </a:extLst>
                </p14:cNvPr>
                <p14:cNvContentPartPr/>
                <p14:nvPr/>
              </p14:nvContentPartPr>
              <p14:xfrm>
                <a:off x="3598882" y="1411263"/>
                <a:ext cx="427680" cy="32544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0D8D552F-FAAF-7793-EABD-91EB2507783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589882" y="1402623"/>
                  <a:ext cx="4453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61F06FEE-55F6-7D21-BC38-12FEC3F930E4}"/>
                    </a:ext>
                  </a:extLst>
                </p14:cNvPr>
                <p14:cNvContentPartPr/>
                <p14:nvPr/>
              </p14:nvContentPartPr>
              <p14:xfrm>
                <a:off x="3624802" y="1459143"/>
                <a:ext cx="608400" cy="32112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61F06FEE-55F6-7D21-BC38-12FEC3F930E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616162" y="1450503"/>
                  <a:ext cx="626040" cy="3387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44DCA88-636C-CE48-80D0-05298FB0536D}"/>
              </a:ext>
            </a:extLst>
          </p:cNvPr>
          <p:cNvSpPr txBox="1"/>
          <p:nvPr/>
        </p:nvSpPr>
        <p:spPr>
          <a:xfrm>
            <a:off x="6996637" y="1024017"/>
            <a:ext cx="51283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예약에대한</a:t>
            </a:r>
            <a:r>
              <a:rPr lang="ko-KR" altLang="en-US" dirty="0"/>
              <a:t> 안내가 </a:t>
            </a:r>
            <a:r>
              <a:rPr lang="ko-KR" altLang="en-US" dirty="0" err="1"/>
              <a:t>다른곳에도</a:t>
            </a:r>
            <a:r>
              <a:rPr lang="ko-KR" altLang="en-US" dirty="0"/>
              <a:t> </a:t>
            </a:r>
            <a:r>
              <a:rPr lang="ko-KR" altLang="en-US" dirty="0" err="1"/>
              <a:t>충분한거같아서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삭제 </a:t>
            </a:r>
            <a:r>
              <a:rPr lang="ko-KR" altLang="en-US" dirty="0" err="1"/>
              <a:t>부탁드려요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1484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76E0FE8-2700-E4E5-33A0-C87FC21F1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69" y="1098328"/>
            <a:ext cx="4648849" cy="4372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CDB8B3-9FF5-E697-5CA3-2C461B17C987}"/>
              </a:ext>
            </a:extLst>
          </p:cNvPr>
          <p:cNvSpPr txBox="1"/>
          <p:nvPr/>
        </p:nvSpPr>
        <p:spPr>
          <a:xfrm>
            <a:off x="5568419" y="2545956"/>
            <a:ext cx="311816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월</a:t>
            </a:r>
            <a:r>
              <a:rPr lang="en-US" altLang="ko-KR" dirty="0"/>
              <a:t> – </a:t>
            </a:r>
            <a:r>
              <a:rPr lang="ko-KR" altLang="en-US" dirty="0"/>
              <a:t>목 줄</a:t>
            </a:r>
            <a:r>
              <a:rPr lang="en-US" altLang="ko-KR" dirty="0"/>
              <a:t> </a:t>
            </a:r>
            <a:r>
              <a:rPr lang="ko-KR" altLang="en-US" dirty="0"/>
              <a:t>위에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365 OPEN! </a:t>
            </a:r>
          </a:p>
          <a:p>
            <a:endParaRPr lang="en-US" altLang="ko-KR" dirty="0"/>
          </a:p>
          <a:p>
            <a:r>
              <a:rPr lang="ko-KR" altLang="en-US" dirty="0" err="1"/>
              <a:t>한줄</a:t>
            </a:r>
            <a:r>
              <a:rPr lang="ko-KR" altLang="en-US" dirty="0"/>
              <a:t> 들어가면 </a:t>
            </a:r>
            <a:r>
              <a:rPr lang="ko-KR" altLang="en-US" dirty="0" err="1"/>
              <a:t>좋을거같아요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E6C906-3A1A-42A6-3771-9F712E9CD28F}"/>
              </a:ext>
            </a:extLst>
          </p:cNvPr>
          <p:cNvSpPr txBox="1"/>
          <p:nvPr/>
        </p:nvSpPr>
        <p:spPr>
          <a:xfrm>
            <a:off x="5568419" y="4568889"/>
            <a:ext cx="51219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Instagram @jungle_seoul(</a:t>
            </a:r>
            <a:r>
              <a:rPr lang="ko-KR" altLang="en-US" dirty="0" err="1"/>
              <a:t>메인페이지처럼</a:t>
            </a:r>
            <a:r>
              <a:rPr lang="ko-KR" altLang="en-US" dirty="0"/>
              <a:t> 링크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미리 연락주시면 예약 </a:t>
            </a:r>
            <a:r>
              <a:rPr lang="ko-KR" altLang="en-US" dirty="0" err="1"/>
              <a:t>안내해드릴게요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6213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B956871-5867-F1B7-8C5B-8223381C6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94" y="684124"/>
            <a:ext cx="5650044" cy="24353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96C12F-DA4B-EF40-227A-8B377D40C4A0}"/>
              </a:ext>
            </a:extLst>
          </p:cNvPr>
          <p:cNvSpPr txBox="1"/>
          <p:nvPr/>
        </p:nvSpPr>
        <p:spPr>
          <a:xfrm>
            <a:off x="874012" y="3119486"/>
            <a:ext cx="6513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여기이미지</a:t>
            </a:r>
            <a:r>
              <a:rPr lang="ko-KR" altLang="en-US" dirty="0"/>
              <a:t> </a:t>
            </a:r>
            <a:r>
              <a:rPr lang="ko-KR" altLang="en-US" dirty="0" err="1"/>
              <a:t>첨부드렸던</a:t>
            </a:r>
            <a:r>
              <a:rPr lang="ko-KR" altLang="en-US" dirty="0"/>
              <a:t> 간판호랑이 모양으로 </a:t>
            </a:r>
            <a:r>
              <a:rPr lang="ko-KR" altLang="en-US" dirty="0" err="1"/>
              <a:t>변경부탁드려용</a:t>
            </a:r>
            <a:endParaRPr lang="ko-KR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8F75453A-40B3-CA6B-7055-2F2B53A14D76}"/>
                  </a:ext>
                </a:extLst>
              </p14:cNvPr>
              <p14:cNvContentPartPr/>
              <p14:nvPr/>
            </p14:nvContentPartPr>
            <p14:xfrm>
              <a:off x="1195374" y="1384808"/>
              <a:ext cx="1186920" cy="130824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8F75453A-40B3-CA6B-7055-2F2B53A14D7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86734" y="1375808"/>
                <a:ext cx="1204560" cy="132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63295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138</Words>
  <Application>Microsoft Office PowerPoint</Application>
  <PresentationFormat>와이드스크린</PresentationFormat>
  <Paragraphs>38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김종수</dc:creator>
  <cp:lastModifiedBy>김종수</cp:lastModifiedBy>
  <cp:revision>6</cp:revision>
  <dcterms:created xsi:type="dcterms:W3CDTF">2026-10-03T06:36:09Z</dcterms:created>
  <dcterms:modified xsi:type="dcterms:W3CDTF">2026-10-03T06:58:00Z</dcterms:modified>
</cp:coreProperties>
</file>